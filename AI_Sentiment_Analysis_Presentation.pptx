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NLP application — JavaScript frontend + Python backend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Molebatso  •  Capaciti  •  Week 3 Assessment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Sentiment Analysis?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is the AI technique of detecting the emotional tone behind a piece of text. It powers product review insights, social media monitoring, and customer feedback systems.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17373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737360"/>
            <a:ext cx="109728" cy="1234440"/>
          </a:xfrm>
          <a:prstGeom prst="rect">
            <a:avLst/>
          </a:prstGeom>
          <a:solidFill>
            <a:srgbClr val="2C8C5F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8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240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Happy, satisfied, enthusiastic tone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32004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3200400"/>
            <a:ext cx="10972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Frustrated, angry, dissatisfied tone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6634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4663440"/>
            <a:ext cx="109728" cy="1234440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4800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40" y="5166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Informational, factual, no clear emotion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full-stack web application that classifies text sentiment as Positive, Negative, or Neutral — with confidence scores, AI-style explanations, and interactive analytics.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661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33832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35661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383280" y="46634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per class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3832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5661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217920" y="46634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(JS + Python)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33832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35661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9052560" y="46634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Part 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Sentiment classification (Positive / Negative / Neutral)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Confidence score with every analysis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AI-generated explanations of detected tone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Batch analysis of multiple texts at once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Session history stored in Local Storage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Part 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Dashboard analytics with pie &amp; bar charts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Search and filter sentiment history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CSV and PDF export of analysis results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Light and Dark mode support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Fully responsive across desktop, tablet, mobile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5394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/ CSS3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&amp; responsive styling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logic &amp;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jsPDF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export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&amp; sentiment 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/ FastAPI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NLTK / tokenizer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preprocessing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— Advanced NLP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200+ curated keywords per sentiment category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Intensifier detection ("very", "extremely", "absolutely")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Negation handling ("not good", "never happy")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Weighted confidence scoring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Batch processing endpoint for datasets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0F1631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/api/analyze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219456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"I love this!"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"sentiment": "positive",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0.94,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"explanation": "Strong positive tone"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01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120140" y="2697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04872" y="246888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637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976372" y="2697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96312" y="34747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1104" y="246888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326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832604" y="2697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52544" y="34747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keywords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17336" y="246888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88836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88836" y="2697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08776" y="34747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intensifiers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73568" y="246888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50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545068" y="2697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065008" y="34747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negation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829800" y="246888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0130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401300" y="2697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921240" y="34747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explain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product reviews at scale to surface satisfaction trends.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783080"/>
            <a:ext cx="544068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brand mentions and audience sentiment in real time.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544068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51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feedback tickets and detect dissatisfied customers early.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4023360"/>
            <a:ext cx="544068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251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4800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reactions to launches, campaigns, and announcements.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Analytics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Pie &amp; doughnut charts for sentiment distribution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Bar charts comparing positive vs negative volume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Real-time stats: total analyses, average confidence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F1631"/>
                </a:solidFill>
              </a:rPr>
              <a:t>Searchable, filterable history table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0" y="2011680"/>
            <a:ext cx="3657600" cy="3657600"/>
          </a:xfrm>
          <a:prstGeom prst="pi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2926080"/>
            <a:ext cx="1828800" cy="1828800"/>
          </a:xfrm>
          <a:prstGeom prst="ellipse">
            <a:avLst/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32004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Tool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6118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Real AI API (OpenAI / Gemini)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User authentication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Cloud sync of history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783080"/>
            <a:ext cx="36118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Cloud database storage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Transformer-based NLP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Advanced analytics dashboard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783080"/>
            <a:ext cx="36118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Multi-language support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Mobile app version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0F1631"/>
                </a:solidFill>
              </a:rPr>
              <a:t>Custom model training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sentiment analysis tool that combines a polished JavaScript frontend with a Python-powered NLP backend — a strong foundation for future AI-powered web applications.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Molebatso  •  Capaciti Week 3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2026-05-19T08:32:50Z</dcterms:created>
  <dcterms:modified xsi:type="dcterms:W3CDTF">2026-05-19T08:32:50Z</dcterms:modified>
</cp:coreProperties>
</file>